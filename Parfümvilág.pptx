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9897F44-3CD9-4685-8B19-CD1B18DED6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Parfümvilág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734427E-38E7-45ED-BFEF-45BA46D77F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Laczy Miklós – Kertész </a:t>
            </a:r>
            <a:r>
              <a:rPr lang="hu-HU" dirty="0" err="1"/>
              <a:t>márton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FB50EB0-CBA2-407F-8212-F60756E4C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974" y="3170693"/>
            <a:ext cx="6169981" cy="303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0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25A074-BBF8-44EE-B8D9-AFB2B0446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Weboldalunkról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6B6E63-30A9-4242-9663-A780582E3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Parfümökkel foglalkozó weboldal</a:t>
            </a:r>
          </a:p>
          <a:p>
            <a:r>
              <a:rPr lang="hu-HU" dirty="0"/>
              <a:t>Hírek, újdonságok</a:t>
            </a:r>
          </a:p>
          <a:p>
            <a:r>
              <a:rPr lang="hu-HU" dirty="0"/>
              <a:t>Webshopok árai, legkedvezőbb megtalálása (</a:t>
            </a:r>
            <a:r>
              <a:rPr lang="hu-HU" dirty="0" err="1"/>
              <a:t>Notino</a:t>
            </a:r>
            <a:r>
              <a:rPr lang="hu-HU" dirty="0"/>
              <a:t>, később bővül)</a:t>
            </a:r>
          </a:p>
          <a:p>
            <a:r>
              <a:rPr lang="hu-HU" dirty="0" err="1"/>
              <a:t>Affiliate</a:t>
            </a:r>
            <a:r>
              <a:rPr lang="hu-HU" dirty="0"/>
              <a:t> program keretein belül kapjuk az adatokat</a:t>
            </a:r>
          </a:p>
          <a:p>
            <a:r>
              <a:rPr lang="hu-HU" dirty="0"/>
              <a:t>Értékelés, vélemény írása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17916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921F85-E372-495F-934F-AE3BBCBAA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Inspiráció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FA50B1-45DF-4AFD-8B3F-48778DBD7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Azért készült el ez a weboldal, mert: 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Szerelmesei vagyunk a parfümöknek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Kevés, vagy nincs is ilyen oldal, ami ennyire összetett ebben a témában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Hasznos funkciók, és minden egy helyen van (Leírás, keresés, véleményezés, friss hírek stb.)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7607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704246-D032-4988-8C76-5470A9649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Funkciók – 1.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C34BDD4-060C-465D-A917-08E1A1944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392" y="1501354"/>
            <a:ext cx="4224587" cy="5356646"/>
          </a:xfrm>
        </p:spPr>
        <p:txBody>
          <a:bodyPr/>
          <a:lstStyle/>
          <a:p>
            <a:r>
              <a:rPr lang="hu-HU" dirty="0"/>
              <a:t>Regisztráció, bejelentkezés</a:t>
            </a:r>
          </a:p>
          <a:p>
            <a:r>
              <a:rPr lang="hu-HU" dirty="0"/>
              <a:t>Saját profil létrehozása</a:t>
            </a:r>
          </a:p>
          <a:p>
            <a:r>
              <a:rPr lang="hu-HU" dirty="0"/>
              <a:t>Ezzel elérhető a véleményezés, illetve a parfümök kedvencekbe mentése. 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A125330-7552-489A-91CB-890216D0D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979" y="2003546"/>
            <a:ext cx="5868468" cy="2328757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D3C016C7-84CD-4A96-A799-428C1958C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979" y="4385311"/>
            <a:ext cx="7109077" cy="184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8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52DEC3-1893-4DAE-8A05-734466896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Funkciók – 2.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21E7D3-D7DF-401A-8620-6336487D3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57275"/>
            <a:ext cx="11029616" cy="3998570"/>
          </a:xfrm>
        </p:spPr>
        <p:txBody>
          <a:bodyPr>
            <a:normAutofit lnSpcReduction="10000"/>
          </a:bodyPr>
          <a:lstStyle/>
          <a:p>
            <a:r>
              <a:rPr lang="hu-HU" dirty="0"/>
              <a:t>Keresés név alapján</a:t>
            </a:r>
          </a:p>
          <a:p>
            <a:r>
              <a:rPr lang="hu-HU" dirty="0"/>
              <a:t>Szűrés: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Márka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Illatjegy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Nem</a:t>
            </a:r>
          </a:p>
          <a:p>
            <a:r>
              <a:rPr lang="hu-HU" dirty="0"/>
              <a:t>Rendezés: 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Név A-Z-</a:t>
            </a:r>
            <a:r>
              <a:rPr lang="hu-HU" dirty="0" err="1"/>
              <a:t>ig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Név Z-A-</a:t>
            </a:r>
            <a:r>
              <a:rPr lang="hu-HU" dirty="0" err="1"/>
              <a:t>ig</a:t>
            </a:r>
            <a:endParaRPr lang="hu-HU" dirty="0"/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Ár csökkenő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Ár növekvő</a:t>
            </a:r>
          </a:p>
          <a:p>
            <a:pPr marL="342900" indent="-342900">
              <a:buFont typeface="+mj-lt"/>
              <a:buAutoNum type="arabicPeriod"/>
            </a:pPr>
            <a:endParaRPr lang="hu-HU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2115E4E-328E-4347-AE14-BA02F1B46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838" y="2449794"/>
            <a:ext cx="6929505" cy="341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6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CC7732-2F16-418A-B345-CE612E849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Funkciók – 3.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B2198C8-6EBF-43C1-9EDF-285C6E5B8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2140"/>
            <a:ext cx="3165185" cy="3678303"/>
          </a:xfrm>
        </p:spPr>
        <p:txBody>
          <a:bodyPr/>
          <a:lstStyle/>
          <a:p>
            <a:r>
              <a:rPr lang="hu-HU" dirty="0"/>
              <a:t>Hírek: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Legfrisseb, legnépszerűbb hírek. 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Külföldi hírekkel egyaránt</a:t>
            </a:r>
          </a:p>
          <a:p>
            <a:pPr marL="342900" indent="-342900">
              <a:buFont typeface="+mj-lt"/>
              <a:buAutoNum type="arabicPeriod"/>
            </a:pP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A4871C1-B54E-4256-83BE-F4493473D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626" y="2302140"/>
            <a:ext cx="7806431" cy="385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209533"/>
      </p:ext>
    </p:extLst>
  </p:cSld>
  <p:clrMapOvr>
    <a:masterClrMapping/>
  </p:clrMapOvr>
</p:sld>
</file>

<file path=ppt/theme/theme1.xml><?xml version="1.0" encoding="utf-8"?>
<a:theme xmlns:a="http://schemas.openxmlformats.org/drawingml/2006/main" name="Osztalék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TM03457464[[fn=Osztalék]]</Template>
  <TotalTime>26</TotalTime>
  <Words>139</Words>
  <Application>Microsoft Office PowerPoint</Application>
  <PresentationFormat>Szélesvásznú</PresentationFormat>
  <Paragraphs>32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Arial</vt:lpstr>
      <vt:lpstr>Gill Sans MT</vt:lpstr>
      <vt:lpstr>Wingdings 2</vt:lpstr>
      <vt:lpstr>Osztalék</vt:lpstr>
      <vt:lpstr>Parfümvilág</vt:lpstr>
      <vt:lpstr>Weboldalunkról</vt:lpstr>
      <vt:lpstr>Inspiráció</vt:lpstr>
      <vt:lpstr>Funkciók – 1.</vt:lpstr>
      <vt:lpstr>Funkciók – 2.</vt:lpstr>
      <vt:lpstr>Funkciók – 3.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Parfümvilág</dc:title>
  <dc:creator>Laczy Miklós 919</dc:creator>
  <cp:lastModifiedBy>Laczy Miklós 919</cp:lastModifiedBy>
  <cp:revision>4</cp:revision>
  <dcterms:created xsi:type="dcterms:W3CDTF">2025-03-31T11:40:16Z</dcterms:created>
  <dcterms:modified xsi:type="dcterms:W3CDTF">2025-03-31T12:06:31Z</dcterms:modified>
</cp:coreProperties>
</file>