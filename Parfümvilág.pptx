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9897F44-3CD9-4685-8B19-CD1B18DED6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Parfümvilág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734427E-38E7-45ED-BFEF-45BA46D77F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Laczy Miklós – Kertész </a:t>
            </a:r>
            <a:r>
              <a:rPr lang="hu-HU" dirty="0" err="1"/>
              <a:t>márton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51350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25A074-BBF8-44EE-B8D9-AFB2B0446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Weboldalunkról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76B6E63-30A9-4242-9663-A780582E3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Parfümökkel foglalkozó weboldal</a:t>
            </a:r>
          </a:p>
          <a:p>
            <a:r>
              <a:rPr lang="hu-HU" b="1" dirty="0"/>
              <a:t>Hírek, újdonságok</a:t>
            </a:r>
          </a:p>
          <a:p>
            <a:r>
              <a:rPr lang="hu-HU" b="1" dirty="0"/>
              <a:t>Webshopok árai, legkedvezőbb megtalálása (</a:t>
            </a:r>
            <a:r>
              <a:rPr lang="hu-HU" b="1" dirty="0" err="1"/>
              <a:t>Notino</a:t>
            </a:r>
            <a:r>
              <a:rPr lang="hu-HU" b="1" dirty="0"/>
              <a:t>, később bővül)</a:t>
            </a:r>
          </a:p>
          <a:p>
            <a:r>
              <a:rPr lang="hu-HU" b="1" dirty="0" err="1"/>
              <a:t>Affiliate</a:t>
            </a:r>
            <a:r>
              <a:rPr lang="hu-HU" b="1" dirty="0"/>
              <a:t> program keretein belül kapjuk az adatokat</a:t>
            </a:r>
          </a:p>
          <a:p>
            <a:r>
              <a:rPr lang="hu-HU" b="1" dirty="0"/>
              <a:t>Értékelés, vélemény írása</a:t>
            </a:r>
          </a:p>
          <a:p>
            <a:pPr marL="0" indent="0" algn="ctr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17916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921F85-E372-495F-934F-AE3BBCBAA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Inspiráció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6FA50B1-45DF-4AFD-8B3F-48778DBD7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88" y="2207130"/>
            <a:ext cx="7429424" cy="2934916"/>
          </a:xfrm>
        </p:spPr>
        <p:txBody>
          <a:bodyPr/>
          <a:lstStyle/>
          <a:p>
            <a:r>
              <a:rPr lang="hu-HU" b="1" dirty="0"/>
              <a:t>Azért készült el ez a weboldal, mert: 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Szerelmesei vagyunk a parfümöknek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Kevés, vagy nincs is ilyen oldal, ami ennyire összetett ebben a témában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Hasznos funkciók, és minden egy helyen van (Leírás, keresés, véleményezés, friss hírek stb.)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76075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D704246-D032-4988-8C76-5470A9649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Regisztráció, bejelentkezés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34BDD4-060C-465D-A917-08E1A1944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621" y="2003546"/>
            <a:ext cx="3878358" cy="4338447"/>
          </a:xfrm>
        </p:spPr>
        <p:txBody>
          <a:bodyPr/>
          <a:lstStyle/>
          <a:p>
            <a:r>
              <a:rPr lang="hu-HU" b="1" dirty="0"/>
              <a:t>Regisztráció, bejelentkezés</a:t>
            </a:r>
          </a:p>
          <a:p>
            <a:r>
              <a:rPr lang="hu-HU" b="1" dirty="0"/>
              <a:t>Saját profil létrehozása</a:t>
            </a:r>
          </a:p>
          <a:p>
            <a:r>
              <a:rPr lang="hu-HU" b="1" dirty="0"/>
              <a:t>Ezzel elérhető a véleményezés, illetve a parfümök kedvencekbe mentése. 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125330-7552-489A-91CB-890216D0D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979" y="2003546"/>
            <a:ext cx="5868468" cy="232875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C016C7-84CD-4A96-A799-428C1958C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979" y="4385311"/>
            <a:ext cx="7109077" cy="184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88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52DEC3-1893-4DAE-8A05-734466896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Parfümök keresése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21E7D3-D7DF-401A-8620-6336487D3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57274"/>
            <a:ext cx="2818956" cy="3998570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Keresés név alapján</a:t>
            </a:r>
          </a:p>
          <a:p>
            <a:r>
              <a:rPr lang="hu-HU" b="1" dirty="0"/>
              <a:t>Szűrés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Márka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Illatjegy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Nem</a:t>
            </a:r>
          </a:p>
          <a:p>
            <a:r>
              <a:rPr lang="hu-HU" b="1" dirty="0"/>
              <a:t>Rendezés: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Név A-Z-</a:t>
            </a:r>
            <a:r>
              <a:rPr lang="hu-HU" dirty="0" err="1"/>
              <a:t>ig</a:t>
            </a:r>
            <a:endParaRPr lang="hu-HU" dirty="0"/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Név Z-A-</a:t>
            </a:r>
            <a:r>
              <a:rPr lang="hu-HU" dirty="0" err="1"/>
              <a:t>ig</a:t>
            </a:r>
            <a:endParaRPr lang="hu-HU" dirty="0"/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Ár csökkenő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Ár növekvő</a:t>
            </a:r>
          </a:p>
          <a:p>
            <a:pPr marL="342900" indent="-342900">
              <a:buFont typeface="+mj-lt"/>
              <a:buAutoNum type="arabicPeriod"/>
            </a:pP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115E4E-328E-4347-AE14-BA02F1B46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838" y="2449794"/>
            <a:ext cx="6929505" cy="341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60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CC7732-2F16-418A-B345-CE612E849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Hírek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B2198C8-6EBF-43C1-9EDF-285C6E5B8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02140"/>
            <a:ext cx="3165185" cy="3678303"/>
          </a:xfrm>
        </p:spPr>
        <p:txBody>
          <a:bodyPr/>
          <a:lstStyle/>
          <a:p>
            <a:r>
              <a:rPr lang="hu-HU" b="1" dirty="0"/>
              <a:t>Hírek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Legfrisseb, legnépszerűbb hírek. 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Külföldi hírekkel egyaránt</a:t>
            </a:r>
          </a:p>
          <a:p>
            <a:pPr marL="342900" indent="-342900">
              <a:buFont typeface="+mj-lt"/>
              <a:buAutoNum type="arabicPeriod"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A4871C1-B54E-4256-83BE-F4493473D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3626" y="2302140"/>
            <a:ext cx="7806431" cy="385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209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6702B1D-55FA-49C5-83EB-8951F7573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vélemény 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11D8889-4C0D-4959-961F-783F84A04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39392"/>
            <a:ext cx="4754288" cy="2379215"/>
          </a:xfrm>
        </p:spPr>
        <p:txBody>
          <a:bodyPr>
            <a:normAutofit/>
          </a:bodyPr>
          <a:lstStyle/>
          <a:p>
            <a:r>
              <a:rPr lang="hu-HU" b="1" dirty="0"/>
              <a:t>Vélemény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Bejelentkezés szükséges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Írhatunk véleményeket, amiket mindenki lát</a:t>
            </a:r>
          </a:p>
          <a:p>
            <a:pPr marL="342900" indent="-342900">
              <a:buFont typeface="+mj-lt"/>
              <a:buAutoNum type="arabicPeriod"/>
            </a:pP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654C1C5-E573-45F1-8CF1-D025A98FD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365" y="2239392"/>
            <a:ext cx="5989443" cy="3429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A9B7357-AEF6-49D4-9E7C-40F1A131B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49" y="3949382"/>
            <a:ext cx="5291874" cy="133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775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8E8DE0-0679-4D0F-9ADB-CAB48EA08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Kedvencek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F9B1CC-8250-43E8-8916-56D287E67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8814" y="1835460"/>
            <a:ext cx="4532346" cy="2230513"/>
          </a:xfrm>
        </p:spPr>
        <p:txBody>
          <a:bodyPr/>
          <a:lstStyle/>
          <a:p>
            <a:r>
              <a:rPr lang="hu-HU" b="1" dirty="0"/>
              <a:t>Kedvencek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Lehetőségünk van a parfümöket elmenteni.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Bejelentkezés szükséges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Bejelentkezés után megjelenik egy kedvencek fül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4A84EEE-DD72-4835-A7A7-F22E32912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999046"/>
            <a:ext cx="5655821" cy="282069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1ED3079-26E7-467D-A3BC-D408D7D8D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11" y="3999046"/>
            <a:ext cx="5655821" cy="282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194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131CA5-32EC-4BE3-B93B-F2477B22C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ACAE20D-C648-4CA8-B24F-CFECCCCB803C}"/>
              </a:ext>
            </a:extLst>
          </p:cNvPr>
          <p:cNvSpPr txBox="1"/>
          <p:nvPr/>
        </p:nvSpPr>
        <p:spPr>
          <a:xfrm>
            <a:off x="932155" y="2494625"/>
            <a:ext cx="359545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Frontend</a:t>
            </a:r>
          </a:p>
          <a:p>
            <a:pPr algn="ctr"/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React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CSS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Bootstrap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411DF678-7C37-49BA-972C-08DED16AAEB6}"/>
              </a:ext>
            </a:extLst>
          </p:cNvPr>
          <p:cNvSpPr txBox="1"/>
          <p:nvPr/>
        </p:nvSpPr>
        <p:spPr>
          <a:xfrm>
            <a:off x="4298272" y="2494625"/>
            <a:ext cx="35954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Backend</a:t>
            </a:r>
          </a:p>
          <a:p>
            <a:pPr algn="ctr"/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Node.js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Express.js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0C8B3786-3EDD-451E-93C3-AFDE8AE4C998}"/>
              </a:ext>
            </a:extLst>
          </p:cNvPr>
          <p:cNvSpPr txBox="1"/>
          <p:nvPr/>
        </p:nvSpPr>
        <p:spPr>
          <a:xfrm>
            <a:off x="7664389" y="2494625"/>
            <a:ext cx="35954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 err="1"/>
              <a:t>Database</a:t>
            </a:r>
            <a:r>
              <a:rPr lang="hu-HU" dirty="0"/>
              <a:t> – </a:t>
            </a:r>
            <a:r>
              <a:rPr lang="hu-HU" dirty="0" err="1"/>
              <a:t>MySQL</a:t>
            </a:r>
            <a:endParaRPr lang="hu-HU" dirty="0"/>
          </a:p>
          <a:p>
            <a:pPr algn="ctr"/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phpMyAdmin</a:t>
            </a:r>
            <a:endParaRPr lang="hu-HU" dirty="0"/>
          </a:p>
        </p:txBody>
      </p:sp>
      <p:pic>
        <p:nvPicPr>
          <p:cNvPr id="1026" name="Picture 2" descr="Front End Wallpapers - Top Free Front End Backgrounds - WallpaperAccess">
            <a:extLst>
              <a:ext uri="{FF2B5EF4-FFF2-40B4-BE49-F238E27FC236}">
                <a16:creationId xmlns:a16="http://schemas.microsoft.com/office/drawing/2014/main" id="{EF88833B-9F82-4669-8D31-2D595CB87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8742" y="3934471"/>
            <a:ext cx="4534516" cy="255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537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8DC071-ED00-44FE-ACDD-7C740E5C0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D71AFA1-A0EA-486B-811B-21CF641CB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123973" cy="3678303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React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CSS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Bootstrap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JS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7EB17AE-5C7E-4F0D-85DA-17F6A9B8D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310" y="2354532"/>
            <a:ext cx="2842506" cy="333022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F1E0744-B84D-4874-824D-FD63C5274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070" y="1765531"/>
            <a:ext cx="3553321" cy="1848108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73E6E34-1AE2-4E5B-8154-9CCA81C0FE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070" y="3845909"/>
            <a:ext cx="3429912" cy="270972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BA58AA6-D902-4659-9EDD-EAF05CD1DB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3236" y="3089491"/>
            <a:ext cx="3043303" cy="2228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245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E5DBCBF-3B61-4BC9-A645-A413224FA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06E9D6-5050-4864-928D-AE11C45FF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77528"/>
            <a:ext cx="11029615" cy="3678303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Node.js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Express.js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A0FF9F9-C77F-4E4F-992A-0FDFEE9E8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741" y="2876334"/>
            <a:ext cx="3460982" cy="301586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A9A6F83-4118-461E-A177-CD9369A88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975" y="3429000"/>
            <a:ext cx="2532277" cy="191115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20246E8-97BF-4C39-8CBE-1E153C5E6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532" y="2435659"/>
            <a:ext cx="2613988" cy="194860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0AC7CFB-A0C2-48EF-AEAF-5306FFFD61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4532" y="4580472"/>
            <a:ext cx="2613988" cy="200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179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43F068-69E4-4DD0-93CB-5BC666639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Database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73F9CA-835D-45E5-A308-19910663D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2481604" cy="3975348"/>
          </a:xfrm>
        </p:spPr>
        <p:txBody>
          <a:bodyPr/>
          <a:lstStyle/>
          <a:p>
            <a:r>
              <a:rPr lang="hu-HU" dirty="0" err="1"/>
              <a:t>phpMyAdmin</a:t>
            </a:r>
            <a:endParaRPr lang="hu-HU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9E738C8-FD2B-480C-AB0B-EABA336DD6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797" y="2180496"/>
            <a:ext cx="8490012" cy="445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20575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184F90-E7F8-4F1F-89C4-6FC513251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Projekt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9D3D7E9-CA87-40FA-AABD-4914D82ED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246050"/>
            <a:ext cx="1345262" cy="3612749"/>
          </a:xfrm>
        </p:spPr>
        <p:txBody>
          <a:bodyPr/>
          <a:lstStyle/>
          <a:p>
            <a:r>
              <a:rPr lang="hu-HU" dirty="0" err="1"/>
              <a:t>Github</a:t>
            </a:r>
            <a:endParaRPr lang="hu-HU" dirty="0"/>
          </a:p>
          <a:p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4F2BF1-134E-4926-8490-3E83C5FE6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455" y="3154400"/>
            <a:ext cx="4734814" cy="230536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E983A8-09B6-4316-82A5-8421BC378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122" y="2847039"/>
            <a:ext cx="5303835" cy="292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55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CFF773B-10ED-41E5-B097-F6C287EF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Parfümvilág – </a:t>
            </a:r>
            <a:r>
              <a:rPr lang="hu-HU" dirty="0" err="1"/>
              <a:t>Perfume</a:t>
            </a:r>
            <a:r>
              <a:rPr lang="hu-HU" dirty="0"/>
              <a:t> </a:t>
            </a:r>
            <a:r>
              <a:rPr lang="hu-HU" dirty="0" err="1"/>
              <a:t>Discovery</a:t>
            </a:r>
            <a:r>
              <a:rPr lang="hu-HU" dirty="0"/>
              <a:t> Platform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58C8B-D895-4E18-A52B-BEF680FFE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Parfümvilág is a web-</a:t>
            </a:r>
            <a:r>
              <a:rPr lang="hu-HU" dirty="0" err="1"/>
              <a:t>based</a:t>
            </a:r>
            <a:r>
              <a:rPr lang="hu-HU" dirty="0"/>
              <a:t> platform </a:t>
            </a:r>
            <a:r>
              <a:rPr lang="hu-HU" dirty="0" err="1"/>
              <a:t>designed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help</a:t>
            </a:r>
            <a:r>
              <a:rPr lang="hu-HU" dirty="0"/>
              <a:t> </a:t>
            </a:r>
            <a:r>
              <a:rPr lang="hu-HU" dirty="0" err="1"/>
              <a:t>users</a:t>
            </a:r>
            <a:r>
              <a:rPr lang="hu-HU" dirty="0"/>
              <a:t> </a:t>
            </a:r>
            <a:r>
              <a:rPr lang="hu-HU" dirty="0" err="1"/>
              <a:t>discover</a:t>
            </a:r>
            <a:r>
              <a:rPr lang="hu-HU" dirty="0"/>
              <a:t> and </a:t>
            </a:r>
            <a:r>
              <a:rPr lang="hu-HU" dirty="0" err="1"/>
              <a:t>explore</a:t>
            </a:r>
            <a:r>
              <a:rPr lang="hu-HU" dirty="0"/>
              <a:t> </a:t>
            </a:r>
            <a:r>
              <a:rPr lang="hu-HU" dirty="0" err="1"/>
              <a:t>perfumes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various</a:t>
            </a:r>
            <a:r>
              <a:rPr lang="hu-HU" dirty="0"/>
              <a:t> </a:t>
            </a:r>
            <a:r>
              <a:rPr lang="hu-HU" dirty="0" err="1"/>
              <a:t>filters</a:t>
            </a:r>
            <a:r>
              <a:rPr lang="hu-HU" dirty="0"/>
              <a:t> </a:t>
            </a:r>
            <a:r>
              <a:rPr lang="hu-HU" dirty="0" err="1"/>
              <a:t>such</a:t>
            </a:r>
            <a:r>
              <a:rPr lang="hu-HU" dirty="0"/>
              <a:t> </a:t>
            </a:r>
            <a:r>
              <a:rPr lang="hu-HU" dirty="0" err="1"/>
              <a:t>as</a:t>
            </a:r>
            <a:r>
              <a:rPr lang="hu-HU" dirty="0"/>
              <a:t> </a:t>
            </a:r>
            <a:r>
              <a:rPr lang="hu-HU" dirty="0" err="1"/>
              <a:t>brand</a:t>
            </a:r>
            <a:r>
              <a:rPr lang="hu-HU" dirty="0"/>
              <a:t>, </a:t>
            </a:r>
            <a:r>
              <a:rPr lang="hu-HU" dirty="0" err="1"/>
              <a:t>scent</a:t>
            </a:r>
            <a:r>
              <a:rPr lang="hu-HU" dirty="0"/>
              <a:t>, </a:t>
            </a:r>
            <a:r>
              <a:rPr lang="hu-HU" dirty="0" err="1"/>
              <a:t>gender</a:t>
            </a:r>
            <a:r>
              <a:rPr lang="hu-HU" dirty="0"/>
              <a:t>, and </a:t>
            </a:r>
            <a:r>
              <a:rPr lang="hu-HU" dirty="0" err="1"/>
              <a:t>price</a:t>
            </a:r>
            <a:r>
              <a:rPr lang="hu-HU" dirty="0"/>
              <a:t>.</a:t>
            </a:r>
          </a:p>
          <a:p>
            <a:r>
              <a:rPr lang="hu-HU" dirty="0"/>
              <a:t>Key </a:t>
            </a:r>
            <a:r>
              <a:rPr lang="hu-HU" dirty="0" err="1"/>
              <a:t>Features</a:t>
            </a:r>
            <a:r>
              <a:rPr lang="hu-HU" dirty="0"/>
              <a:t>: </a:t>
            </a:r>
          </a:p>
          <a:p>
            <a:pPr lvl="1"/>
            <a:r>
              <a:rPr lang="hu-HU" dirty="0"/>
              <a:t>Advanced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/>
              <a:t>functionality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filters</a:t>
            </a:r>
            <a:r>
              <a:rPr lang="hu-HU" dirty="0"/>
              <a:t> (</a:t>
            </a:r>
            <a:r>
              <a:rPr lang="hu-HU" dirty="0" err="1"/>
              <a:t>brand</a:t>
            </a:r>
            <a:r>
              <a:rPr lang="hu-HU" dirty="0"/>
              <a:t>, </a:t>
            </a:r>
            <a:r>
              <a:rPr lang="hu-HU" dirty="0" err="1"/>
              <a:t>scent</a:t>
            </a:r>
            <a:r>
              <a:rPr lang="hu-HU" dirty="0"/>
              <a:t>, </a:t>
            </a:r>
            <a:r>
              <a:rPr lang="hu-HU" dirty="0" err="1"/>
              <a:t>gender</a:t>
            </a:r>
            <a:r>
              <a:rPr lang="hu-HU" dirty="0"/>
              <a:t>).</a:t>
            </a:r>
          </a:p>
          <a:p>
            <a:pPr lvl="1"/>
            <a:r>
              <a:rPr lang="hu-HU" dirty="0" err="1"/>
              <a:t>Pagination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seamless</a:t>
            </a:r>
            <a:r>
              <a:rPr lang="hu-HU" dirty="0"/>
              <a:t> </a:t>
            </a:r>
            <a:r>
              <a:rPr lang="hu-HU" dirty="0" err="1"/>
              <a:t>navigation</a:t>
            </a:r>
            <a:r>
              <a:rPr lang="hu-HU" dirty="0"/>
              <a:t> </a:t>
            </a:r>
            <a:r>
              <a:rPr lang="hu-HU" dirty="0" err="1"/>
              <a:t>across</a:t>
            </a:r>
            <a:r>
              <a:rPr lang="hu-HU" dirty="0"/>
              <a:t> </a:t>
            </a:r>
            <a:r>
              <a:rPr lang="hu-HU" dirty="0" err="1"/>
              <a:t>large</a:t>
            </a:r>
            <a:r>
              <a:rPr lang="hu-HU" dirty="0"/>
              <a:t> </a:t>
            </a:r>
            <a:r>
              <a:rPr lang="hu-HU" dirty="0" err="1"/>
              <a:t>datasets</a:t>
            </a:r>
            <a:r>
              <a:rPr lang="hu-HU" dirty="0"/>
              <a:t>.</a:t>
            </a:r>
          </a:p>
          <a:p>
            <a:pPr lvl="1"/>
            <a:r>
              <a:rPr lang="hu-HU" dirty="0" err="1"/>
              <a:t>User-friendly</a:t>
            </a:r>
            <a:r>
              <a:rPr lang="hu-HU" dirty="0"/>
              <a:t> </a:t>
            </a:r>
            <a:r>
              <a:rPr lang="hu-HU" dirty="0" err="1"/>
              <a:t>interface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responsive</a:t>
            </a:r>
            <a:r>
              <a:rPr lang="hu-HU" dirty="0"/>
              <a:t> design.</a:t>
            </a:r>
          </a:p>
          <a:p>
            <a:pPr lvl="1"/>
            <a:r>
              <a:rPr lang="hu-HU" dirty="0"/>
              <a:t>Backend API </a:t>
            </a:r>
            <a:r>
              <a:rPr lang="hu-HU" dirty="0" err="1"/>
              <a:t>integration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dynamic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fetching</a:t>
            </a:r>
            <a:r>
              <a:rPr lang="hu-HU" dirty="0"/>
              <a:t>.</a:t>
            </a:r>
          </a:p>
          <a:p>
            <a:r>
              <a:rPr lang="hu-HU" dirty="0"/>
              <a:t>Technologies </a:t>
            </a:r>
            <a:r>
              <a:rPr lang="hu-HU" dirty="0" err="1"/>
              <a:t>Used</a:t>
            </a:r>
            <a:r>
              <a:rPr lang="hu-HU" dirty="0"/>
              <a:t>: 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React</a:t>
            </a:r>
            <a:r>
              <a:rPr lang="hu-HU" dirty="0"/>
              <a:t> Router, </a:t>
            </a:r>
            <a:r>
              <a:rPr lang="hu-HU" dirty="0" err="1"/>
              <a:t>Axios</a:t>
            </a:r>
            <a:r>
              <a:rPr lang="hu-HU" dirty="0"/>
              <a:t>, CSS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styling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MySQL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database</a:t>
            </a:r>
            <a:r>
              <a:rPr lang="hu-HU" dirty="0"/>
              <a:t> management.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85336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5BD7FA-94FF-4E57-AD13-CAF670A3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Our</a:t>
            </a:r>
            <a:r>
              <a:rPr lang="hu-HU" dirty="0"/>
              <a:t> Team – Kertész Márton &amp; Laczy Miklós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23C719-AA90-4E54-BB61-475F1145C0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890944"/>
            <a:ext cx="4958473" cy="4776186"/>
          </a:xfrm>
        </p:spPr>
        <p:txBody>
          <a:bodyPr>
            <a:normAutofit fontScale="92500" lnSpcReduction="10000"/>
          </a:bodyPr>
          <a:lstStyle/>
          <a:p>
            <a:r>
              <a:rPr lang="hu-HU" sz="1700" b="1" dirty="0"/>
              <a:t>Kertész Márton – Backend </a:t>
            </a:r>
            <a:r>
              <a:rPr lang="hu-HU" sz="1700" b="1" dirty="0" err="1"/>
              <a:t>Developer</a:t>
            </a:r>
            <a:endParaRPr lang="hu-HU" sz="1700" b="1" dirty="0"/>
          </a:p>
          <a:p>
            <a:r>
              <a:rPr lang="hu-HU" sz="1700" dirty="0" err="1"/>
              <a:t>Role</a:t>
            </a:r>
            <a:r>
              <a:rPr lang="hu-HU" sz="1700" dirty="0"/>
              <a:t>: </a:t>
            </a:r>
            <a:r>
              <a:rPr lang="hu-HU" sz="1700" dirty="0" err="1"/>
              <a:t>Responsible</a:t>
            </a:r>
            <a:r>
              <a:rPr lang="hu-HU" sz="1700" dirty="0"/>
              <a:t> </a:t>
            </a:r>
            <a:r>
              <a:rPr lang="hu-HU" sz="1700" dirty="0" err="1"/>
              <a:t>for</a:t>
            </a:r>
            <a:r>
              <a:rPr lang="hu-HU" sz="1700" dirty="0"/>
              <a:t> </a:t>
            </a:r>
            <a:r>
              <a:rPr lang="hu-HU" sz="1700" dirty="0" err="1"/>
              <a:t>the</a:t>
            </a:r>
            <a:r>
              <a:rPr lang="hu-HU" sz="1700" dirty="0"/>
              <a:t> server-</a:t>
            </a:r>
            <a:r>
              <a:rPr lang="hu-HU" sz="1700" dirty="0" err="1"/>
              <a:t>side</a:t>
            </a:r>
            <a:r>
              <a:rPr lang="hu-HU" sz="1700" dirty="0"/>
              <a:t> </a:t>
            </a:r>
            <a:r>
              <a:rPr lang="hu-HU" sz="1700" dirty="0" err="1"/>
              <a:t>logic</a:t>
            </a:r>
            <a:r>
              <a:rPr lang="hu-HU" sz="1700" dirty="0"/>
              <a:t>, </a:t>
            </a:r>
            <a:r>
              <a:rPr lang="hu-HU" sz="1700" dirty="0" err="1"/>
              <a:t>database</a:t>
            </a:r>
            <a:r>
              <a:rPr lang="hu-HU" sz="1700" dirty="0"/>
              <a:t> management, and API </a:t>
            </a:r>
            <a:r>
              <a:rPr lang="hu-HU" sz="1700" dirty="0" err="1"/>
              <a:t>development</a:t>
            </a:r>
            <a:r>
              <a:rPr lang="hu-HU" sz="1700" dirty="0"/>
              <a:t>.</a:t>
            </a:r>
          </a:p>
          <a:p>
            <a:r>
              <a:rPr lang="hu-HU" sz="1700" dirty="0"/>
              <a:t>Key </a:t>
            </a:r>
            <a:r>
              <a:rPr lang="hu-HU" sz="1700" dirty="0" err="1"/>
              <a:t>Contributions</a:t>
            </a:r>
            <a:r>
              <a:rPr lang="hu-HU" sz="1700" dirty="0"/>
              <a:t>: </a:t>
            </a:r>
          </a:p>
          <a:p>
            <a:pPr lvl="1"/>
            <a:r>
              <a:rPr lang="hu-HU" sz="1700" dirty="0" err="1"/>
              <a:t>Designed</a:t>
            </a:r>
            <a:r>
              <a:rPr lang="hu-HU" sz="1700" dirty="0"/>
              <a:t> and </a:t>
            </a:r>
            <a:r>
              <a:rPr lang="hu-HU" sz="1700" dirty="0" err="1"/>
              <a:t>implemented</a:t>
            </a:r>
            <a:r>
              <a:rPr lang="hu-HU" sz="1700" dirty="0"/>
              <a:t> </a:t>
            </a:r>
            <a:r>
              <a:rPr lang="hu-HU" sz="1700" dirty="0" err="1"/>
              <a:t>APIs</a:t>
            </a:r>
            <a:r>
              <a:rPr lang="hu-HU" sz="1700" dirty="0"/>
              <a:t> </a:t>
            </a:r>
            <a:r>
              <a:rPr lang="hu-HU" sz="1700" dirty="0" err="1"/>
              <a:t>using</a:t>
            </a:r>
            <a:r>
              <a:rPr lang="hu-HU" sz="1700" dirty="0"/>
              <a:t> Node.js and Express.js .</a:t>
            </a:r>
          </a:p>
          <a:p>
            <a:pPr lvl="1"/>
            <a:r>
              <a:rPr lang="hu-HU" sz="1700" dirty="0" err="1"/>
              <a:t>Developed</a:t>
            </a:r>
            <a:r>
              <a:rPr lang="hu-HU" sz="1700" dirty="0"/>
              <a:t> </a:t>
            </a:r>
            <a:r>
              <a:rPr lang="hu-HU" sz="1700" dirty="0" err="1"/>
              <a:t>efficient</a:t>
            </a:r>
            <a:r>
              <a:rPr lang="hu-HU" sz="1700" dirty="0"/>
              <a:t> SQL </a:t>
            </a:r>
            <a:r>
              <a:rPr lang="hu-HU" sz="1700" dirty="0" err="1"/>
              <a:t>queries</a:t>
            </a:r>
            <a:r>
              <a:rPr lang="hu-HU" sz="1700" dirty="0"/>
              <a:t> </a:t>
            </a:r>
            <a:r>
              <a:rPr lang="hu-HU" sz="1700" dirty="0" err="1"/>
              <a:t>to</a:t>
            </a:r>
            <a:r>
              <a:rPr lang="hu-HU" sz="1700" dirty="0"/>
              <a:t> </a:t>
            </a:r>
            <a:r>
              <a:rPr lang="hu-HU" sz="1700" dirty="0" err="1"/>
              <a:t>handle</a:t>
            </a:r>
            <a:r>
              <a:rPr lang="hu-HU" sz="1700" dirty="0"/>
              <a:t> filtering, sorting, and </a:t>
            </a:r>
            <a:r>
              <a:rPr lang="hu-HU" sz="1700" dirty="0" err="1"/>
              <a:t>pagination</a:t>
            </a:r>
            <a:r>
              <a:rPr lang="hu-HU" sz="1700" dirty="0"/>
              <a:t> </a:t>
            </a:r>
            <a:r>
              <a:rPr lang="hu-HU" sz="1700" dirty="0" err="1"/>
              <a:t>for</a:t>
            </a:r>
            <a:r>
              <a:rPr lang="hu-HU" sz="1700" dirty="0"/>
              <a:t> </a:t>
            </a:r>
            <a:r>
              <a:rPr lang="hu-HU" sz="1700" dirty="0" err="1"/>
              <a:t>perfumes</a:t>
            </a:r>
            <a:r>
              <a:rPr lang="hu-HU" sz="1700" dirty="0"/>
              <a:t>, </a:t>
            </a:r>
            <a:r>
              <a:rPr lang="hu-HU" sz="1700" dirty="0" err="1"/>
              <a:t>brands</a:t>
            </a:r>
            <a:r>
              <a:rPr lang="hu-HU" sz="1700" dirty="0"/>
              <a:t>, and </a:t>
            </a:r>
            <a:r>
              <a:rPr lang="hu-HU" sz="1700" dirty="0" err="1"/>
              <a:t>scents</a:t>
            </a:r>
            <a:r>
              <a:rPr lang="hu-HU" sz="1700" dirty="0"/>
              <a:t>.</a:t>
            </a:r>
          </a:p>
          <a:p>
            <a:pPr lvl="1"/>
            <a:r>
              <a:rPr lang="hu-HU" sz="1700" dirty="0" err="1"/>
              <a:t>Integrated</a:t>
            </a:r>
            <a:r>
              <a:rPr lang="hu-HU" sz="1700" dirty="0"/>
              <a:t> </a:t>
            </a:r>
            <a:r>
              <a:rPr lang="hu-HU" sz="1700" dirty="0" err="1"/>
              <a:t>MySQL</a:t>
            </a:r>
            <a:r>
              <a:rPr lang="hu-HU" sz="1700" dirty="0"/>
              <a:t> </a:t>
            </a:r>
            <a:r>
              <a:rPr lang="hu-HU" sz="1700" dirty="0" err="1"/>
              <a:t>for</a:t>
            </a:r>
            <a:r>
              <a:rPr lang="hu-HU" sz="1700" dirty="0"/>
              <a:t> </a:t>
            </a:r>
            <a:r>
              <a:rPr lang="hu-HU" sz="1700" dirty="0" err="1"/>
              <a:t>database</a:t>
            </a:r>
            <a:r>
              <a:rPr lang="hu-HU" sz="1700" dirty="0"/>
              <a:t> </a:t>
            </a:r>
            <a:r>
              <a:rPr lang="hu-HU" sz="1700" dirty="0" err="1"/>
              <a:t>operations</a:t>
            </a:r>
            <a:r>
              <a:rPr lang="hu-HU" sz="1700" dirty="0"/>
              <a:t>, </a:t>
            </a:r>
            <a:r>
              <a:rPr lang="hu-HU" sz="1700" dirty="0" err="1"/>
              <a:t>ensuring</a:t>
            </a:r>
            <a:r>
              <a:rPr lang="hu-HU" sz="1700" dirty="0"/>
              <a:t> </a:t>
            </a:r>
            <a:r>
              <a:rPr lang="hu-HU" sz="1700" dirty="0" err="1"/>
              <a:t>data</a:t>
            </a:r>
            <a:r>
              <a:rPr lang="hu-HU" sz="1700" dirty="0"/>
              <a:t> </a:t>
            </a:r>
            <a:r>
              <a:rPr lang="hu-HU" sz="1700" dirty="0" err="1"/>
              <a:t>integrity</a:t>
            </a:r>
            <a:r>
              <a:rPr lang="hu-HU" sz="1700" dirty="0"/>
              <a:t> and </a:t>
            </a:r>
            <a:r>
              <a:rPr lang="hu-HU" sz="1700" dirty="0" err="1"/>
              <a:t>scalability</a:t>
            </a:r>
            <a:r>
              <a:rPr lang="hu-HU" sz="1700" dirty="0"/>
              <a:t>.</a:t>
            </a:r>
          </a:p>
          <a:p>
            <a:pPr lvl="1"/>
            <a:r>
              <a:rPr lang="hu-HU" sz="1700" dirty="0" err="1"/>
              <a:t>Implemented</a:t>
            </a:r>
            <a:r>
              <a:rPr lang="hu-HU" sz="1700" dirty="0"/>
              <a:t> </a:t>
            </a:r>
            <a:r>
              <a:rPr lang="hu-HU" sz="1700" dirty="0" err="1"/>
              <a:t>authentication</a:t>
            </a:r>
            <a:r>
              <a:rPr lang="hu-HU" sz="1700" dirty="0"/>
              <a:t> and </a:t>
            </a:r>
            <a:r>
              <a:rPr lang="hu-HU" sz="1700" dirty="0" err="1"/>
              <a:t>authorization</a:t>
            </a:r>
            <a:r>
              <a:rPr lang="hu-HU" sz="1700" dirty="0"/>
              <a:t> </a:t>
            </a:r>
            <a:r>
              <a:rPr lang="hu-HU" sz="1700" dirty="0" err="1"/>
              <a:t>using</a:t>
            </a:r>
            <a:r>
              <a:rPr lang="hu-HU" sz="1700" dirty="0"/>
              <a:t> JWT (JSON Web </a:t>
            </a:r>
            <a:r>
              <a:rPr lang="hu-HU" sz="1700" dirty="0" err="1"/>
              <a:t>Tokens</a:t>
            </a:r>
            <a:r>
              <a:rPr lang="hu-HU" sz="1700" dirty="0"/>
              <a:t>) </a:t>
            </a:r>
            <a:r>
              <a:rPr lang="hu-HU" sz="1700" dirty="0" err="1"/>
              <a:t>for</a:t>
            </a:r>
            <a:r>
              <a:rPr lang="hu-HU" sz="1700" dirty="0"/>
              <a:t> </a:t>
            </a:r>
            <a:r>
              <a:rPr lang="hu-HU" sz="1700" dirty="0" err="1"/>
              <a:t>secure</a:t>
            </a:r>
            <a:r>
              <a:rPr lang="hu-HU" sz="1700" dirty="0"/>
              <a:t> </a:t>
            </a:r>
            <a:r>
              <a:rPr lang="hu-HU" sz="1700" dirty="0" err="1"/>
              <a:t>user</a:t>
            </a:r>
            <a:r>
              <a:rPr lang="hu-HU" sz="1700" dirty="0"/>
              <a:t> management.</a:t>
            </a:r>
          </a:p>
          <a:p>
            <a:pPr lvl="1"/>
            <a:r>
              <a:rPr lang="hu-HU" sz="1700" dirty="0" err="1"/>
              <a:t>Optimized</a:t>
            </a:r>
            <a:r>
              <a:rPr lang="hu-HU" sz="1700" dirty="0"/>
              <a:t> backend performance </a:t>
            </a:r>
            <a:r>
              <a:rPr lang="hu-HU" sz="1700" dirty="0" err="1"/>
              <a:t>to</a:t>
            </a:r>
            <a:r>
              <a:rPr lang="hu-HU" sz="1700" dirty="0"/>
              <a:t> </a:t>
            </a:r>
            <a:r>
              <a:rPr lang="hu-HU" sz="1700" dirty="0" err="1"/>
              <a:t>handle</a:t>
            </a:r>
            <a:r>
              <a:rPr lang="hu-HU" sz="1700" dirty="0"/>
              <a:t> </a:t>
            </a:r>
            <a:r>
              <a:rPr lang="hu-HU" sz="1700" dirty="0" err="1"/>
              <a:t>large</a:t>
            </a:r>
            <a:r>
              <a:rPr lang="hu-HU" sz="1700" dirty="0"/>
              <a:t> </a:t>
            </a:r>
            <a:r>
              <a:rPr lang="hu-HU" sz="1700" dirty="0" err="1"/>
              <a:t>datasets</a:t>
            </a:r>
            <a:r>
              <a:rPr lang="hu-HU" sz="1700" dirty="0"/>
              <a:t> and </a:t>
            </a:r>
            <a:r>
              <a:rPr lang="hu-HU" sz="1700" dirty="0" err="1"/>
              <a:t>complex</a:t>
            </a:r>
            <a:r>
              <a:rPr lang="hu-HU" sz="1700" dirty="0"/>
              <a:t> </a:t>
            </a:r>
            <a:r>
              <a:rPr lang="hu-HU" sz="1700" dirty="0" err="1"/>
              <a:t>queries</a:t>
            </a:r>
            <a:r>
              <a:rPr lang="hu-HU" sz="1700" dirty="0"/>
              <a:t>.</a:t>
            </a:r>
          </a:p>
          <a:p>
            <a:endParaRPr lang="hu-HU" dirty="0"/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421CC0B5-44FA-40FA-9397-8696433EF8F6}"/>
              </a:ext>
            </a:extLst>
          </p:cNvPr>
          <p:cNvSpPr txBox="1">
            <a:spLocks/>
          </p:cNvSpPr>
          <p:nvPr/>
        </p:nvSpPr>
        <p:spPr>
          <a:xfrm>
            <a:off x="5998051" y="1892424"/>
            <a:ext cx="4958473" cy="47761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Laczy Miklós – Frontend Developer</a:t>
            </a:r>
          </a:p>
          <a:p>
            <a:r>
              <a:rPr lang="en-US" sz="1600" dirty="0"/>
              <a:t>Role: Responsible for the user interface, client-side logic, and user experience.</a:t>
            </a:r>
          </a:p>
          <a:p>
            <a:r>
              <a:rPr lang="en-US" sz="1600" dirty="0"/>
              <a:t>Key Contributions: </a:t>
            </a:r>
          </a:p>
          <a:p>
            <a:pPr lvl="1"/>
            <a:r>
              <a:rPr lang="en-US" dirty="0"/>
              <a:t>Built a responsive and interactive UI using React.js and React Router .</a:t>
            </a:r>
          </a:p>
          <a:p>
            <a:pPr lvl="1"/>
            <a:r>
              <a:rPr lang="en-US" dirty="0"/>
              <a:t>Designed reusable components such as </a:t>
            </a:r>
            <a:r>
              <a:rPr lang="en-US" dirty="0" err="1"/>
              <a:t>PerfumeCard</a:t>
            </a:r>
            <a:r>
              <a:rPr lang="en-US" dirty="0"/>
              <a:t> , Sidebar , and Pagination for seamless navigation.</a:t>
            </a:r>
          </a:p>
          <a:p>
            <a:pPr lvl="1"/>
            <a:r>
              <a:rPr lang="en-US" dirty="0"/>
              <a:t>Integrated frontend with backend APIs using </a:t>
            </a:r>
            <a:r>
              <a:rPr lang="en-US" dirty="0" err="1"/>
              <a:t>Axios</a:t>
            </a:r>
            <a:r>
              <a:rPr lang="en-US" dirty="0"/>
              <a:t> for dynamic data fetching.</a:t>
            </a:r>
          </a:p>
          <a:p>
            <a:pPr lvl="1"/>
            <a:r>
              <a:rPr lang="en-US" dirty="0"/>
              <a:t>Implemented advanced search and filtering functionality on the frontend to enhance user experience.</a:t>
            </a:r>
          </a:p>
          <a:p>
            <a:pPr lvl="1"/>
            <a:r>
              <a:rPr lang="hu-HU" dirty="0"/>
              <a:t>M</a:t>
            </a:r>
            <a:r>
              <a:rPr lang="en-US" dirty="0" err="1"/>
              <a:t>obile</a:t>
            </a:r>
            <a:r>
              <a:rPr lang="en-US" dirty="0"/>
              <a:t> responsiveness using modern CSS techniques.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78685407"/>
      </p:ext>
    </p:extLst>
  </p:cSld>
  <p:clrMapOvr>
    <a:masterClrMapping/>
  </p:clrMapOvr>
</p:sld>
</file>

<file path=ppt/theme/theme1.xml><?xml version="1.0" encoding="utf-8"?>
<a:theme xmlns:a="http://schemas.openxmlformats.org/drawingml/2006/main" name="Osztalék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TM03457464[[fn=Osztalék]]</Template>
  <TotalTime>84</TotalTime>
  <Words>495</Words>
  <Application>Microsoft Office PowerPoint</Application>
  <PresentationFormat>Szélesvásznú</PresentationFormat>
  <Paragraphs>96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9" baseType="lpstr">
      <vt:lpstr>Arial</vt:lpstr>
      <vt:lpstr>Gill Sans MT</vt:lpstr>
      <vt:lpstr>Wingdings 2</vt:lpstr>
      <vt:lpstr>Osztalék</vt:lpstr>
      <vt:lpstr>Parfümvilág</vt:lpstr>
      <vt:lpstr>Weboldalunkról</vt:lpstr>
      <vt:lpstr>Inspiráció</vt:lpstr>
      <vt:lpstr>Funkciók – Regisztráció, bejelentkezés</vt:lpstr>
      <vt:lpstr>Funkciók – Parfümök keresése</vt:lpstr>
      <vt:lpstr>Funkciók – Hírek</vt:lpstr>
      <vt:lpstr>Funkciók – vélemény írás</vt:lpstr>
      <vt:lpstr>Funkciók – Kedvencek</vt:lpstr>
      <vt:lpstr>Program</vt:lpstr>
      <vt:lpstr>Frontend</vt:lpstr>
      <vt:lpstr>backend</vt:lpstr>
      <vt:lpstr>Database</vt:lpstr>
      <vt:lpstr>Projekt management</vt:lpstr>
      <vt:lpstr>Parfümvilág – Perfume Discovery Platform</vt:lpstr>
      <vt:lpstr>Our Team – Kertész Márton &amp; Laczy Miklós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Parfümvilág</dc:title>
  <dc:creator>Laczy Miklós 919</dc:creator>
  <cp:lastModifiedBy>Laczy Miklós 919</cp:lastModifiedBy>
  <cp:revision>13</cp:revision>
  <dcterms:created xsi:type="dcterms:W3CDTF">2025-03-31T11:40:16Z</dcterms:created>
  <dcterms:modified xsi:type="dcterms:W3CDTF">2025-04-07T08:34:54Z</dcterms:modified>
</cp:coreProperties>
</file>